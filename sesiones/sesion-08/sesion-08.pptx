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Cuando la suite crece, se pudre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8 de 10 · Certificación 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¿tus tests de verdad prueban algo? ¿por qué la suite se vuelve frágil?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Lab: mutation testing con cosmic-ray + flaky + selectores robustos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del día: la cobertura te dice qué código ejecutaste; la mutación te dice si tus asserts sirven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Etapa 8: calidad de las pruebas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S5 ✅ CI · S6 ✅ Performance · S7 ✅ Seguridad + accesibilidad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gate ya tiene 7 etapas… ¿confiamos en los tests que lo alimentan?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S8 → Etapa 8: no prueba la app; prueba nuestras pruebas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 sin Docker: todo con uv + Playwright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300 tests verdes… y aun así el bug pasó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 suite tarda 40 min, está verde, y el bug llegó igual a producción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Aparece un test flaky: falla 1 de cada 5 → la gente le da “re-run”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“Re-run hasta que pase” se vuelve cultura → se ignoran fallos reales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Ese re-run entrena al equipo a no mirar el rojo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Los tres pecados del mantenimiento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Tests que no prueban (asserts débiles): verdes, pero no atrapan bugs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Tests flaky (inestables): a veces pasan, a veces no, sin cambiar el código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Tests frágiles (selectores rígidos): se rompen con cualquier cambio de UI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 atacamos los tres, con herramientas que corren en tu máquina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El engaño de la cobertura al 100%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Cobertura = qué líneas se ejecutaron, no qué se verificaron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Un test sin assert (o con assert débil) suma cobertura y no prueba nada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Ejemplo real del lab: assert 0.0 &lt;= resultado &lt;= 15.0 → no dice CUÁNTO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Necesitamos un juez de la calidad de los asserts → mutation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Meterle bugs al código a propósito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 herramienta crea mutantes: un cambio pequeño (&gt;= → &gt;, + → -, 10 → 11)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Corre tu suite contra cada mutante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algún test falla → mutante muerto (bien: tu suite lo atrapó)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ningún test falla → mutante sobrevive (mal: falta un assert)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El puntaje que no se puede falsear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Mutation score = mutantes muertos / total · más alto = suite más exigente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Herramienta: cosmic-ray (Python, 2026, reporte HTML como ZAP/K6)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temario dice mutmut, pero necesita fork (no corre en Windows nativo)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Mapa: Stryker (JS/TS) · PIT (Java) — mismo concepto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Inestable no es “mala suerte”, es una causa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Causas: aleatoriedad sin semilla · sleeps · orden de tests · estado compartido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Reintentar (pytest-rerunfailures) enmascara, no cura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skipif / xfail documentan una condición conocida — no esconden un flaky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Cura real: eliminar el no-determinismo (inyectar reloj / semilla / datos)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maintenance-lab — el blanco de hoy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Carpeta: proyecto-integrador/maintenance-lab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Setup: uv sync --group dev · uv run playwright install chromium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Blanco: discount.py (misma regla de descuento de la S1)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Spoiler: 50 mutantes → en prep 25 sobreviven (score 50%)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Lab sincronizado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Yo corro en pantalla; vos en la tuya, un comando a la vez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Objetivo: subir el mutation score escribiendo asserts que faltan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te trabás, mirá el siguiente paso y reenganchás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Verde con cobertura alta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pytest -v → 7 passed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Ejecutan todas las ramas de discount.py (cobertura alta)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Asserts débiles: &gt;= 0 · isinstance(...) · premium &gt; standard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Ninguno verifica el valor exacto → cobertura ≠ verificación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Corré la mutación (un solo comando)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python scripts/run_mutation.py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Hace: baseline → init --force → exec → HTML → resumen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Multiplataforma (Windows / Mac / Linux) e idempotente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 la suite débil: exit 0 (el gate estricto es el siguiente paso)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Score 50% con suite “verde”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Resultado: 50 mutantes · 25 sobreviven · score 50%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Abrí reports/mutation.html — el diff de cada sobreviviente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Leélo como ZAP: no es novela, buscás el patrón del assert que falta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clase: el instructor lee 3 diffs y explica qué assert falta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El mismo patrón de S6 y S7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mutantes sobrevivientes ≠ pipeline rojo automático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Umbral: python scripts/run_mutation.py --enforce-gate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Falla si sobrevive &gt; 10% (score &lt; 90%) — igual que K6 y rules.tsv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 la suite débil: exit 1 (el gate bloquea — ese es el punto)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Escribí los asserts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Creá tests/test_mutantes.py guiado por el HTML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Ejemplo: assert calculate_discount("premium", 100.0, False) == 10.0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Ejemplo: assert calculate_discount("standard", 999.99, False) == 0.0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Son los valores límite (BVA) de la S1: la mutación verifica que sí los probaste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 50% a ~96%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Volvé a correr: python scripts/run_mutation.py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 asserts exactos: score ~96%, quedan 2 mutantes equivalentes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Equivalente = el cambio no altera el comportamiento (imposible de matar)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Meta: no es 100%; es no dejar sobrevivientes que importen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Etapa 8 del gate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Plantilla CI: workflows/qa-mutation.yml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 comando: python scripts/run_mutation.py --enforce-gate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Con suite débil el job falla; con score ≥ 90% pasa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Logro: mediste, mataste mutantes y activaste el umbral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Flaky y fragilidad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Ya sabemos si los tests prueban; ahora: ¿son confiables y duraderos?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Demo 1: un test flaky (y su cura real)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Demo 2: selectores que sobreviven un rediseño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Después: mapa de auto-healing + reparación con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 veces pasa, a veces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Corré 2–3 veces: uv run pytest flaky/test_flaky_demo.py::test_worker_es_w1_FLAKY -v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 test, mismo código: el resultado cambia (~50%)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Causa: random.choice(...) sin semilla en retry_service.py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No es mala suerte: es no-determinismo sin controlar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Reintentar no es arreglar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Parche: @pytest.mark.flaky(reruns=5) → verde falso (oculta también fallos reales)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Cura: inyectar la aleatoriedad con semilla fija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Verificación: uv run pytest flaky/test_flaky_consistent.py -v → siempre igual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Principio: lo que el test necesita, se inyecta (reloj, datos, random)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Sobrevivir a un rediseño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pytest healing/test_selectores.py -v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v2 cambió ids/clases; el botón sigue diciendo “Ingresar”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#login-btn → FAILED · get_by_role("button", name="Ingresar") → PASSED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Regla 2026: rol + texto visible primero (sin xfail que tape el rojo)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 red de seguridad, no el plan 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Auto-healing: reemplaza en runtime un selector roto por el más parecido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Mapa: Healenium (Selenium + Docker) · Alumnium (IA, Playwright/Selenium/Appium)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Demo: error de Playwright + app_v2.html → fix con IA en pantalla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Gobernanza: el humano revisa el arreglo (evitar “verde falso” automático)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¿Te llevás esto?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Puedo explicar por qué cobertura ≠ calidad (con el número 50%)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Corrí cosmic-ray y leí el mutation score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Escribí un assert exacto que mató mutantes · sé qué es un equivalente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Diagnostiqué un flaky y sé por qué reintentar no cura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Sé escribir un selector robusto (rol + texto)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Ubico Healenium / Alumnium / IA en el mapa de healing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Suites que envejecen bien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8 · Mantenimiento y Mutación · 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Un mutante sobreviviente = falta un assert (o es equivalente)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del día otra vez: cobertura = ejecución; mutación = asserts que sirven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9: móviles y escritorio (Appium/Maestro) + regresión visual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Gracias — hoy no hay Docker que apagar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