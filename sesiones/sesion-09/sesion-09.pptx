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Mismo flujo, distinta pantalla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9 · Móvil y Regresión Visual · Slide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Sesión 9 de 10 · Certificación 3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Hoy: mapa móvil/escritorio + smoke móvil + regresión visual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Lab: Playwright (viewport + baselines PNG) — sin emulador Android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Frase del día: si no medís el layout, el verde del desktop miente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Etapa 9: evidencia visual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9 · Móvil y Regresión Visual · Slide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S7 seguridad · S8 calidad de la suite · hoy: otra superficie de fallo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S9 → Etapa 9 del gate: smoke móvil + diff visual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Sin Docker: uv + Playwright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Appium/Maestro quedan en el mapa (honestidad de setup)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Pasó en desktop… falló en el teléfono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9 · Móvil y Regresión Visual · Slide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Suite desktop verde: login, carrito, checkout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En móvil el CTA queda fuera de viewport o el precio se superpone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Nadie midió el layout — solo el “click path”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Hoy: medir viewport + píxeles, no solo asserts funcionales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Web móvil · híbrido · nativo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9 · Móvil y Regresión Visual · Slide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Web / responsive: misma app, distinto viewport (lab de hoy)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Híbrido: WebView dentro de shell nativo (suele ir Appium)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Nativo: UI propia de iOS/Android (Espresso, XCUITest, Appium, Maestro)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Elegir mal el mundo = herramienta equivocada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FlaUI y Pywinauto (mapa)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9 · Móvil y Regresión Visual · Slide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FlaUI — Windows / .NET, UI Automation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Pywinauto — Windows / Python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Útiles en empresas con apps de escritorio legacy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Hoy no son el lab: el curso es multiplataforma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El mapa que vas a escuchar en ofertas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9 · Móvil y Regresión Visual · Slide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Appium — multiplataforma; server + drivers (potente, setup pesado)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Maestro — flujos en YAML; rápido de escribir (emergente 2026)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Espresso — Android en-proceso, muy estable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XCUITest — iOS oficial (Apple)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Barato y reproducible vs fiel y caro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9 · Móvil y Regresión Visual · Slide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Emulador/simulador: CI amigable, no idéntico al hardware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Dispositivo real: gestos, red, batería, OEM — granja o cloud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Cloud (mapa): BrowserStack / Sauce / LambdaTest (ya vistos en S7)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Regla: emulador para humo diario; real para lo crítico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Baseline + captura + umbral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9 · Móvil y Regresión Visual · Slide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Guardás un PNG “bueno” (línea base)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En cada corrida capturás de nuevo y contás píxeles distintos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Si el diff &gt; umbral → gate rojo (igual que K6 / ZAP / mutación)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Applitools / Percy = mismo concepto + IA en la nube (mapa)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Honestidad de herramienta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9 · Móvil y Regresión Visual · Slide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Temario pide Appium + emulador; en 45 min el SDK se come la clase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Hands-on: viewport móvil + baselines PNG con lo que ya saben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Appium/Maestro siguen en el mapa para el día que tengan granja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Frase: aprender el concepto sin pelearse con el driver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Lab sincronizado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9 · Móvil y Regresión Visual · Slide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Yo corro en pantalla; vos podés seguir en silencio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Objetivo: smoke móvil verde + visual verde + gate rojo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Carpeta: proyecto-integrador/mobile-visual-lab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Tres comandos y listo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9 · Móvil y Regresión Visual · Slide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uv sync --group dev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uv run playwright install chromium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uv run python scripts/capture_baselines.py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App: app/index.html (login + producto + dark + responsive)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Qué archivo hace qué (sin curso de front)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9 · Móvil y Regresión Visual · Slide 11b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pyproject.toml — deps (playwright, pillow) + testpaths = ["tests"]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tests/conftest.py — viewports 390×844 / 1280×720 + URLs file://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tests/baselines/*.png — contrato visual versionado en git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gate/ — suite roja aparte (mismo patrón que healing/ en S8)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reports/ — capturas actuales (gitignored)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app/index.html — solo importan ?broken=1 y ?theme=dark para los tests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Viewport 390×844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9 · Móvil y Regresión Visual · Slide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Comando: uv run pytest tests/test_mobile_smoke.py -v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Login y “Agregar al carrito” usables en pantalla angosta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Selectores por rol + texto (lección S8)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Esperado: 2 passed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El PNG que defiende el diseño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9 · Móvil y Regresión Visual · Slide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tests/baselines/home-desktop-light.png (y dark / mobile)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Se versionan en git: son el contrato visual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Regenerar solo tras cambio intencional de UI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Script: uv run python scripts/capture_baselines.py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Diff ≤ 120 píxeles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9 · Móvil y Regresión Visual · Slide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Comando: uv run pytest tests/test_visual_regression.py -v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Tres casos: desktop light · desktop dark · mobile light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Umbral pequeño tolera anti-aliasing entre máquinas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Esperado: 3 passed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5 passed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9 · Móvil y Regresión Visual · Slide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Comando: uv run pytest tests -v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Smoke (2) + visual (3) = suite verde del lab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Task: task test:mobile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El gate rojo va aparte (siguiente slide)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broken=1 debe tumbar el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9 · Móvil y Regresión Visual · Slide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Comando: uv run pytest gate -v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?broken=1 mete banner rojo y cambia el precio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Compara contra baseline sana → FAILED · exit 1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Misma lección que Axe: si hay fallo, no maquilles el verde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Plantilla qa-visual.yml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9 · Móvil y Regresión Visual · Slide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Mismo smoke + visual en GitHub Actions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Gate: espera exit 1 del demo roto (prueba que el umbral vive)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Artefacto: capturas en reports/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Logro B: mediste layout, no solo clicks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Dark, responsive y el mapa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9 · Móvil y Regresión Visual · Slide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Ya tenés verde + rojo del gate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Ahora: modo oscuro, breakpoints, cuándo pagar Applitools/Percy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Cierre: Etapa 9 + puente a S10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prefers / data-theme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9 · Móvil y Regresión Visual · Slide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?theme=dark fuerza la baseline oscura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El toggle “Modo oscuro” cambia data-theme en vivo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Una suite visual sin dark deja un hueco típico de regresión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Baseline: home-desktop-dark.png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Media query ≥ 768px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9 · Móvil y Regresión Visual · Slide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En móvil: una columna; en desktop: dos columnas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Abrí app/index.html y mirá el @media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El smoke móvil protege el camino crítico en angosto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Visual desktop protege el layout ancho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Cuándo el PNG local no alcanza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9 · Móvil y Regresión Visual · Slide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Applitools — IA visual, baselines cloud, caro y potente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Percy / Chromatic — revisiones visuales en el PR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PNG local: cero costo, control total, más mantenimiento manual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Regla: local para aprender; cloud cuando el equipo escala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¿Te llevás esto?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9 · Móvil y Regresión Visual · Slide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Distingo web móvil, híbrido y nativo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Ubico Appium, Maestro, Espresso, XCUITest, FlaUI/Pywinauto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Corrí smoke en viewport móvil + baselines visuales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Vi el gate fallar con UI rota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Sé cuándo mirar Applitools/Percy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No hagas esto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9 · Móvil y Regresión Visual · Slide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Regenerar baselines para “que pase” sin mirar el diff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Assert invertido (“espero que haya diff y paso”)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Solo probar desktop y llamar eso “cobertura móvil”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Instalar Appium el día del release sin granja lista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Casi la puerta completa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9 · Móvil y Regresión Visual · Slide 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Etapa 9 lista: smoke móvil + evidencia visual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Sesión 10: ensamblar la Puerta de Calidad de Release + evaluación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Frase del día otra vez: mismo flujo, distinta pantalla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Gracias — nada que apagar: hoy sin Docker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