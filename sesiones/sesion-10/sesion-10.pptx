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 puerta que construyeron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10 de 10 · Certificación 3 · 2 horas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integrar el juez · demo E2E de métricas · retos · cierre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día: el verde no es una opinión: es un conjunto de umbrales acordados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Tres bloques cortos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 (40): mapa Etapas 1–9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 (40): lab release-gate (sano / bloqueado)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 (20): retos · evaluación · retrospectiva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Dos pausas de 10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Nueve preguntas 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 Diseño · 2–3 API/contrato · 4 UI · 5 CI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6 Performance · 7 Seguridad/a11y · 8 Mutación · 9 Visual/móvil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Cada una dejó un umbral o una evidencia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el juez las mira juntas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Un solo veredicto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Entrada: métricas (JSON)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Proceso: comparar contra THRESHOLDS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Salida: passed + lista failed + exit code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un check falla → el release no mergea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Los números que ya conocen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pass_rate ≥ 0.95 · p95 ≤ 500 ms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ZAP fail_new ≤ 0 (WARN no bloquea)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mutation ≥ 0.90 · a11y critical ≤ 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visual_diff ≤ 120 px (S9)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el umbral exacto: pasa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Medir no es bloquear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sobrevivientes / WARN / diff ≠ rojo automático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umbral decide (S6 K6 · S7 rules.tsv · S8 --enforce-gate · S9 gate/)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un CLI que aplica todos los umbrales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Cultura: acordar umbrales en equipo, no en silencio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Pausá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Cuando volvamos: corremos el juez con tres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del juez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Carpeta: proyecto-integrador/release-gate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Yo corro; vos podés seguir en silencio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Objetivo: ver exit 0 y exit 1 y leer el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Primero la suite del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sync --group dev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run pytest -v → 6 passed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juez tiene tests propios (no es magia)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Task: task test:gate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Core del juez (config, no magia)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pyproject.toml — solo pytest; pythonpath = ["src"]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src/release_gate/__init__.py — THRESHOLDS + evaluate()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run_gate.py — atajo: mete src/ en el path (Windows-friendly)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metrics/*.json — entradas de demo (simulan artefactos de CI)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tests/ — el juez se prueba a sí mismo antes de juzgar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metrics/healthy.json → exit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run_gate.py metrics/healthy.json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Los 6 checks en true · failed: [] · passed: true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Stderr: RELEASE: PASA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Ese es el merge feliz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mutation 0.80 &lt; 0.90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run_gate.py metrics/blocked_mutation.json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Solo mutation: false · exit 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patrón del reto práctico (retos/reto-practico)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resto puede estar verde: igual se bloquea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Etapa 9 dentro del juez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run_gate.py metrics/blocked_visual.json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visual_diff_pixels enorme (banner broken de S9)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failed: ["visual"] · exit 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lab de clase incluye visual; el reto alumno no (a propósito)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metrics/blocked_many.json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Varios checks en rojo · lista failed completa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un PR real: priorizá por riesgo (seguridad / a11y / perf)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juez no prioriza: solo reporta; el equipo decide el orden de arreglo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qa-release-gate.yml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Workflow de ejemplo en workflows/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Corre pytest del juez + demo sano + demo bloqueado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Pausá 10 · después: retos y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Dónde practicar solos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Teóricos 1 y 2 + práctico Release Gate: carpeta retos/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Paquete: retos/RETOS_COMPLETOS.md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Práctico GitHub: retos/reto-practico (14 tests)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lab de hoy = juez completo con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Cinco preguntas (el instructor las responde en voz alta)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¿Cobertura = calidad? 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¿WARN de ZAP bloquea? 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¿Mutante equivalente se puede matar? 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¿Gate visual con broken=1 debe quedar verde? 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¿Appium fue hands-on obligatorio? No: mapa; Playwright sí.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Tres frases para llevarse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Qué usaría mañana en el trabajo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Qué les costó más (Docker, mutación, ZAP, visual…)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Qué umbral negociarían primero con el equipo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instructor modela una respuesta; no hace ronda obligatoria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Construyeron una puerta de 9 etapas + un juez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Mantenerla es trabajo continuo (umbrales, baselines, flaky)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final: el verde no es una opinión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Certificación 3 — cerrada en 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